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SSH Communication Between Two Linux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 + Telugu</a:t>
            </a:r>
          </a:p>
          <a:p>
            <a:r>
              <a:t>Complete Step-by-Step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Generate SSH Key (Server-A)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English:</a:t>
            </a:r>
          </a:p>
          <a:p>
            <a:r>
              <a:t>Login to Server-A and run:</a:t>
            </a:r>
          </a:p>
          <a:p>
            <a:r>
              <a:t>ssh-keygen</a:t>
            </a:r>
          </a:p>
          <a:p>
            <a:r>
              <a:t>Press Enter 3 times</a:t>
            </a:r>
          </a:p>
          <a:p>
            <a:r>
              <a:t>Private Key: ~/.ssh/id_rsa</a:t>
            </a:r>
          </a:p>
          <a:p>
            <a:r>
              <a:t>Public Key: ~/.ssh/id_rsa.pub</a:t>
            </a:r>
          </a:p>
          <a:p/>
          <a:p>
            <a:r>
              <a:t>Telugu:</a:t>
            </a:r>
          </a:p>
          <a:p>
            <a:r>
              <a:t>Server-A lo login ayi run cheyandi:</a:t>
            </a:r>
          </a:p>
          <a:p>
            <a:r>
              <a:t>ssh-keygen</a:t>
            </a:r>
          </a:p>
          <a:p>
            <a:r>
              <a:t>3 sarlu Enter press cheyandi</a:t>
            </a:r>
          </a:p>
          <a:p>
            <a:r>
              <a:t>Private Key: ~/.ssh/id_rsa</a:t>
            </a:r>
          </a:p>
          <a:p>
            <a:r>
              <a:t>Public Key: ~/.ssh/id_rsa.pub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Copy Public Key (Easy Method)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English:</a:t>
            </a:r>
          </a:p>
          <a:p>
            <a:r>
              <a:t>From Server-A run:</a:t>
            </a:r>
          </a:p>
          <a:p>
            <a:r>
              <a:t>ssh-copy-id username@serverB_IP</a:t>
            </a:r>
          </a:p>
          <a:p>
            <a:r>
              <a:t>Password will be asked once</a:t>
            </a:r>
          </a:p>
          <a:p/>
          <a:p>
            <a:r>
              <a:t>Telugu:</a:t>
            </a:r>
          </a:p>
          <a:p>
            <a:r>
              <a:t>Server-A nundi run cheyandi:</a:t>
            </a:r>
          </a:p>
          <a:p>
            <a:r>
              <a:t>ssh-copy-id username@serverB_IP</a:t>
            </a:r>
          </a:p>
          <a:p>
            <a:r>
              <a:t>Okasari password adugutundi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Copy Public Key (Manual Method – Server-A)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English:</a:t>
            </a:r>
          </a:p>
          <a:p>
            <a:r>
              <a:t>Run below command and copy output:</a:t>
            </a:r>
          </a:p>
          <a:p>
            <a:r>
              <a:t>cat ~/.ssh/id_rsa.pub</a:t>
            </a:r>
          </a:p>
          <a:p/>
          <a:p>
            <a:r>
              <a:t>Telugu:</a:t>
            </a:r>
          </a:p>
          <a:p>
            <a:r>
              <a:t>Kinda command run chesi output copy cheyandi:</a:t>
            </a:r>
          </a:p>
          <a:p>
            <a:r>
              <a:t>cat ~/.ssh/id_rsa.pub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Copy Public Key (Manual Method – Server-B)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English:</a:t>
            </a:r>
          </a:p>
          <a:p>
            <a:r>
              <a:t>Paste copied key into file:</a:t>
            </a:r>
          </a:p>
          <a:p>
            <a:r>
              <a:t>vi ~/.ssh/authorized_keys</a:t>
            </a:r>
          </a:p>
          <a:p>
            <a:r>
              <a:t>Save and exit</a:t>
            </a:r>
          </a:p>
          <a:p/>
          <a:p>
            <a:r>
              <a:t>Telugu:</a:t>
            </a:r>
          </a:p>
          <a:p>
            <a:r>
              <a:t>Copy chesina key ni ee file lo paste cheyandi:</a:t>
            </a:r>
          </a:p>
          <a:p>
            <a:r>
              <a:t>vi ~/.ssh/authorized_keys</a:t>
            </a:r>
          </a:p>
          <a:p>
            <a:r>
              <a:t>Save chesi exit cheyandi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Correct Permissions (Important)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 &amp; Telugu:</a:t>
            </a:r>
          </a:p>
          <a:p>
            <a:r>
              <a:t>Run on Server-B:</a:t>
            </a:r>
          </a:p>
          <a:p>
            <a:r>
              <a:t>chmod 700 ~/.ssh</a:t>
            </a:r>
          </a:p>
          <a:p>
            <a:r>
              <a:t>chmod 600 ~/.ssh/authorized_keys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Test SSH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English:</a:t>
            </a:r>
          </a:p>
          <a:p>
            <a:r>
              <a:t>From Server-A run:</a:t>
            </a:r>
          </a:p>
          <a:p>
            <a:r>
              <a:t>ssh username@serverB_IP</a:t>
            </a:r>
          </a:p>
          <a:p>
            <a:r>
              <a:t>Password should NOT be asked</a:t>
            </a:r>
          </a:p>
          <a:p/>
          <a:p>
            <a:r>
              <a:t>Telugu:</a:t>
            </a:r>
          </a:p>
          <a:p>
            <a:r>
              <a:t>Server-A nundi run cheyandi:</a:t>
            </a:r>
          </a:p>
          <a:p>
            <a:r>
              <a:t>ssh username@serverB_IP</a:t>
            </a:r>
          </a:p>
          <a:p>
            <a:r>
              <a:t>Password adagakudadhu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Check SSH Service (Server-B)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English:</a:t>
            </a:r>
          </a:p>
          <a:p>
            <a:r>
              <a:t>Check service:</a:t>
            </a:r>
          </a:p>
          <a:p>
            <a:r>
              <a:t>systemctl status sshd</a:t>
            </a:r>
          </a:p>
          <a:p>
            <a:r>
              <a:t>If not running:</a:t>
            </a:r>
          </a:p>
          <a:p>
            <a:r>
              <a:t>sudo systemctl start sshd</a:t>
            </a:r>
          </a:p>
          <a:p>
            <a:r>
              <a:t>sudo systemctl enable sshd</a:t>
            </a:r>
          </a:p>
          <a:p/>
          <a:p>
            <a:r>
              <a:t>Telugu:</a:t>
            </a:r>
          </a:p>
          <a:p>
            <a:r>
              <a:t>Service check cheyandi:</a:t>
            </a:r>
          </a:p>
          <a:p>
            <a:r>
              <a:t>systemctl status sshd</a:t>
            </a:r>
          </a:p>
          <a:p>
            <a:r>
              <a:t>Run avakapothe:</a:t>
            </a:r>
          </a:p>
          <a:p>
            <a:r>
              <a:t>sudo systemctl start sshd</a:t>
            </a:r>
          </a:p>
          <a:p>
            <a:r>
              <a:t>sudo systemctl enable sshd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English:</a:t>
            </a:r>
          </a:p>
          <a:p>
            <a:r>
              <a:t>Password-less SSH communication is successfully configured</a:t>
            </a:r>
          </a:p>
          <a:p/>
          <a:p>
            <a:r>
              <a:t>Telugu:</a:t>
            </a:r>
          </a:p>
          <a:p>
            <a:r>
              <a:t>Server-A mariyu Server-B madhya</a:t>
            </a:r>
          </a:p>
          <a:p>
            <a:r>
              <a:t>Password-less SSH communication successful ga setup ayindi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